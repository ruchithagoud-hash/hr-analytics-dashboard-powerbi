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10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3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72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2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87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89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7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89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1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9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95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0D7AF-C2DA-4893-9A91-D76DFC17BA9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1B720-DD0C-48C1-A81A-370FAE6FB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6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162261" cy="7858539"/>
          </a:xfrm>
          <a:prstGeom prst="rect">
            <a:avLst/>
          </a:prstGeom>
          <a:solidFill>
            <a:srgbClr val="FFFF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162261" y="0"/>
            <a:ext cx="6029739" cy="7659756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5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Ruchitha</dc:creator>
  <cp:lastModifiedBy>Ruchitha</cp:lastModifiedBy>
  <cp:revision>1</cp:revision>
  <dcterms:created xsi:type="dcterms:W3CDTF">2026-06-08T09:50:30Z</dcterms:created>
  <dcterms:modified xsi:type="dcterms:W3CDTF">2026-06-08T09:52:13Z</dcterms:modified>
</cp:coreProperties>
</file>